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7" r:id="rId17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8" d="100"/>
          <a:sy n="68" d="100"/>
        </p:scale>
        <p:origin x="616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1CC76-A194-44D9-8E25-6D4352922416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9DF3A-9E42-496B-A839-59EC45F50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285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1CC76-A194-44D9-8E25-6D4352922416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9DF3A-9E42-496B-A839-59EC45F50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710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1CC76-A194-44D9-8E25-6D4352922416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9DF3A-9E42-496B-A839-59EC45F50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558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1CC76-A194-44D9-8E25-6D4352922416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9DF3A-9E42-496B-A839-59EC45F50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71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1CC76-A194-44D9-8E25-6D4352922416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9DF3A-9E42-496B-A839-59EC45F50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420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1CC76-A194-44D9-8E25-6D4352922416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9DF3A-9E42-496B-A839-59EC45F50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851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1CC76-A194-44D9-8E25-6D4352922416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9DF3A-9E42-496B-A839-59EC45F50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1475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1CC76-A194-44D9-8E25-6D4352922416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9DF3A-9E42-496B-A839-59EC45F50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016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1CC76-A194-44D9-8E25-6D4352922416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9DF3A-9E42-496B-A839-59EC45F50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745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1CC76-A194-44D9-8E25-6D4352922416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9DF3A-9E42-496B-A839-59EC45F50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512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1CC76-A194-44D9-8E25-6D4352922416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9DF3A-9E42-496B-A839-59EC45F50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47194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D1CC76-A194-44D9-8E25-6D4352922416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49DF3A-9E42-496B-A839-59EC45F50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441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2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2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116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3561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645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66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229444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570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059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85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4775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217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5907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5698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96" y="3888348"/>
            <a:ext cx="2875174" cy="620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0126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manaswi chekuri</dc:creator>
  <cp:lastModifiedBy>manaswi chekuri</cp:lastModifiedBy>
  <cp:revision>2</cp:revision>
  <dcterms:created xsi:type="dcterms:W3CDTF">2026-08-06T18:27:09Z</dcterms:created>
  <dcterms:modified xsi:type="dcterms:W3CDTF">2026-08-06T18:30:34Z</dcterms:modified>
</cp:coreProperties>
</file>